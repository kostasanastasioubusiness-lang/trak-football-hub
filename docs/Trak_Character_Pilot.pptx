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97680"/>
            <a:ext cx="5486400" cy="5486400"/>
          </a:xfrm>
          <a:prstGeom prst="ellipse">
            <a:avLst/>
          </a:prstGeom>
          <a:solidFill>
            <a:srgbClr val="C8F25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66928"/>
            <a:ext cx="182880" cy="182880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4" name="Text 2"/>
          <p:cNvSpPr/>
          <p:nvPr/>
        </p:nvSpPr>
        <p:spPr>
          <a:xfrm>
            <a:off x="978408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DEVELOPMENT TOOL FOR YOUNG ATHLETES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better at the game.
</a:t>
            </a:r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as a person.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 helps young athletes track their progress and build good habits —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promoting the values of good sportsmanship.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989320"/>
            <a:ext cx="10789920" cy="0"/>
          </a:xfrm>
          <a:prstGeom prst="line">
            <a:avLst/>
          </a:prstGeom>
          <a:noFill/>
          <a:ln w="12700">
            <a:solidFill>
              <a:srgbClr val="232B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by Hellison's TPSR  ·  PCA ROOTS  ·  the spirit of the IB Learner Profile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needs that usually miss each other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tune out values lectures. Performance apps ignore character. Schools are left with no single way to do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pPr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through something kids actually enjoy.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sport is one of the best places to practise composure, respect and effort under real pressure — every single week.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920240"/>
            <a:ext cx="4251960" cy="3931920"/>
          </a:xfrm>
          <a:prstGeom prst="roundRect">
            <a:avLst>
              <a:gd name="adj" fmla="val 2326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2194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697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WANT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0" y="29535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better at the game they love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3721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39776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raise good teammates and good people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47457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50017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serves both at once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the hook. Values ride along.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66360" cy="2743200"/>
          </a:xfrm>
          <a:prstGeom prst="roundRect">
            <a:avLst>
              <a:gd name="adj" fmla="val 3333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ATHLETE WANTS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progress, log matches, stay organised, and see themselves improve.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pull that earns engagement.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166360" cy="2743200"/>
          </a:xfrm>
          <a:prstGeom prst="roundRect">
            <a:avLst>
              <a:gd name="adj" fmla="val 3333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SCHOOL WANTS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265176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sportsmanship — respect, composure, effort, empathy.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teammates, and good members of society.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489204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1F2A1A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48920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reflection-and-improvement loop delivers both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kids engage for the football; the values come woven in.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Trak Character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language of six values — practised through football, carried into life.  (Draft, for validation with educators.)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352800" cy="1755648"/>
          </a:xfrm>
          <a:prstGeom prst="roundRect">
            <a:avLst>
              <a:gd name="adj" fmla="val 5208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331720"/>
            <a:ext cx="164592" cy="164592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2221992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Composure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2743200"/>
            <a:ext cx="262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under pressure — no retaliation after a bad call or a loss.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4360" y="1965960"/>
            <a:ext cx="3352800" cy="1755648"/>
          </a:xfrm>
          <a:prstGeom prst="roundRect">
            <a:avLst>
              <a:gd name="adj" fmla="val 5208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0120" y="2331720"/>
            <a:ext cx="164592" cy="164592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11" name="Text 9"/>
          <p:cNvSpPr/>
          <p:nvPr/>
        </p:nvSpPr>
        <p:spPr>
          <a:xfrm>
            <a:off x="5062728" y="2221992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70120" y="2743200"/>
            <a:ext cx="262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opponents, officials, rules, and teammates.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2920" y="1965960"/>
            <a:ext cx="3352800" cy="1755648"/>
          </a:xfrm>
          <a:prstGeom prst="roundRect">
            <a:avLst>
              <a:gd name="adj" fmla="val 5208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88680" y="2331720"/>
            <a:ext cx="164592" cy="164592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15" name="Text 13"/>
          <p:cNvSpPr/>
          <p:nvPr/>
        </p:nvSpPr>
        <p:spPr>
          <a:xfrm>
            <a:off x="8781288" y="2221992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88680" y="2743200"/>
            <a:ext cx="262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hard things, persevere, and own your mistakes.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041648"/>
            <a:ext cx="3352800" cy="1755648"/>
          </a:xfrm>
          <a:prstGeom prst="roundRect">
            <a:avLst>
              <a:gd name="adj" fmla="val 5208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51560" y="4407408"/>
            <a:ext cx="164592" cy="164592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19" name="Text 17"/>
          <p:cNvSpPr/>
          <p:nvPr/>
        </p:nvSpPr>
        <p:spPr>
          <a:xfrm>
            <a:off x="1344168" y="429768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51560" y="4818888"/>
            <a:ext cx="262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and self-direction — even when no one is watching.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04360" y="4041648"/>
            <a:ext cx="3352800" cy="1755648"/>
          </a:xfrm>
          <a:prstGeom prst="roundRect">
            <a:avLst>
              <a:gd name="adj" fmla="val 5208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70120" y="4407408"/>
            <a:ext cx="164592" cy="164592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23" name="Text 21"/>
          <p:cNvSpPr/>
          <p:nvPr/>
        </p:nvSpPr>
        <p:spPr>
          <a:xfrm>
            <a:off x="5062728" y="429768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770120" y="4818888"/>
            <a:ext cx="262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 struggling teammate; read how others feel.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22920" y="4041648"/>
            <a:ext cx="3352800" cy="1755648"/>
          </a:xfrm>
          <a:prstGeom prst="roundRect">
            <a:avLst>
              <a:gd name="adj" fmla="val 5208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88680" y="4407408"/>
            <a:ext cx="164592" cy="164592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781288" y="429768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488680" y="4818888"/>
            <a:ext cx="262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it to school, home, and the community.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shows up in the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322320" cy="3246120"/>
          </a:xfrm>
          <a:prstGeom prst="roundRect">
            <a:avLst>
              <a:gd name="adj" fmla="val 2817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594360" cy="594360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259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matches, track progress, build organisation. The reason kids open the app.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4526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600" y="1920240"/>
            <a:ext cx="3322320" cy="3246120"/>
          </a:xfrm>
          <a:prstGeom prst="roundRect">
            <a:avLst>
              <a:gd name="adj" fmla="val 2817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5360" y="2286000"/>
            <a:ext cx="594360" cy="594360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12" name="Text 10"/>
          <p:cNvSpPr/>
          <p:nvPr/>
        </p:nvSpPr>
        <p:spPr>
          <a:xfrm>
            <a:off x="47853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62600" y="233172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85360" y="3154680"/>
            <a:ext cx="259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~2-minute end-of-session habit: how you played, and how you handled it.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85360" y="4526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Self-awareness, the root of conduct.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3400" y="1920240"/>
            <a:ext cx="3322320" cy="3246120"/>
          </a:xfrm>
          <a:prstGeom prst="roundRect">
            <a:avLst>
              <a:gd name="adj" fmla="val 2817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9160" y="2286000"/>
            <a:ext cx="594360" cy="594360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18" name="Text 16"/>
          <p:cNvSpPr/>
          <p:nvPr/>
        </p:nvSpPr>
        <p:spPr>
          <a:xfrm>
            <a:off x="85191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96400" y="233172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519160" y="3154680"/>
            <a:ext cx="259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celebrate great performances and great sportsmanship alike.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19160" y="4526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it — never grade it.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woven into the loop kids already want to use — never a separate chore.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promise — and what we don't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66360" cy="2971800"/>
          </a:xfrm>
          <a:prstGeom prst="roundRect">
            <a:avLst>
              <a:gd name="adj" fmla="val 3077"/>
            </a:avLst>
          </a:prstGeom>
          <a:solidFill>
            <a:srgbClr val="1F2A1A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945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65176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athletes improve, on and off the pitch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habits of reflection and organisation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the values of good sportsmanship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established frameworks (TPSR, ROOTS)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166360" cy="2971800"/>
          </a:xfrm>
          <a:prstGeom prst="roundRect">
            <a:avLst>
              <a:gd name="adj" fmla="val 3077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1945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65176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“Fixes behaviour” or “reduces violence”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“Guarantees better character”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“Proven to change kids”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“Solves the youth crisis”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5166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character is never graded, scored, or ranked</a:t>
            </a:r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it's a personal growth journey, never a comparison between children.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situational-judgment scenario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574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spc="2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makes a critical mistake in the final minutes and your team loses. The opposing team celebrates loudly. What is the highly professional response?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33756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3543300"/>
            <a:ext cx="548640" cy="548640"/>
          </a:xfrm>
          <a:prstGeom prst="ellipse">
            <a:avLst/>
          </a:prstGeom>
          <a:solidFill>
            <a:srgbClr val="2C364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5433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3483864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hands, keep your head up, say nothing to your teammate.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61120" y="33375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5262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F2A1A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4732020"/>
            <a:ext cx="548640" cy="548640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732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4672584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your teammate, call it a team loss, and lead everyone to congratulate the opponent.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0" y="4526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+ Respect  ·  TARGET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71500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5920740"/>
            <a:ext cx="548640" cy="548640"/>
          </a:xfrm>
          <a:prstGeom prst="ellipse">
            <a:avLst/>
          </a:prstGeom>
          <a:solidFill>
            <a:srgbClr val="2C364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920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5861304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straight to the locker room without shaking hands.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961120" y="5715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Composure slips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bounded, low-risk for the school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22320" cy="18288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286000"/>
            <a:ext cx="259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cohort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51560" y="3154680"/>
            <a:ext cx="259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class or squad — football only.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19600" y="2011680"/>
            <a:ext cx="3322320" cy="18288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5360" y="2286000"/>
            <a:ext cx="259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term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785360" y="3154680"/>
            <a:ext cx="259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before / after over one school term.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53400" y="2011680"/>
            <a:ext cx="3322320" cy="1828800"/>
          </a:xfrm>
          <a:prstGeom prst="roundRect">
            <a:avLst>
              <a:gd name="adj" fmla="val 5000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19160" y="2286000"/>
            <a:ext cx="259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burden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519160" y="3154680"/>
            <a:ext cx="259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self-reflect; teachers facilitate lightly.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10789920" cy="1600200"/>
          </a:xfrm>
          <a:prstGeom prst="roundRect">
            <a:avLst>
              <a:gd name="adj" fmla="val 5714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3891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SCHOOL RISKS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7091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Little. One cohort, one term, almost no extra teacher workload — and an honest, measurable read on whether structured values work through sport is worth scaling.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safeguarding — built 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children's behavioural data. We treat it accordingly.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189220" cy="1691640"/>
          </a:xfrm>
          <a:prstGeom prst="roundRect">
            <a:avLst>
              <a:gd name="adj" fmla="val 5405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697480"/>
            <a:ext cx="502920" cy="502920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679192"/>
            <a:ext cx="3817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GDPR-aligned by design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3154680"/>
            <a:ext cx="38176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minimisation, parental consent, and no public ranking or sharing.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86500" y="2331720"/>
            <a:ext cx="5189220" cy="1691640"/>
          </a:xfrm>
          <a:prstGeom prst="roundRect">
            <a:avLst>
              <a:gd name="adj" fmla="val 5405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52260" y="2697480"/>
            <a:ext cx="502920" cy="502920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12" name="Text 10"/>
          <p:cNvSpPr/>
          <p:nvPr/>
        </p:nvSpPr>
        <p:spPr>
          <a:xfrm>
            <a:off x="66522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38060" y="2679192"/>
            <a:ext cx="3817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38060" y="3154680"/>
            <a:ext cx="38176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stay between the student and their facilitating teacher — parents only later, with consent.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4343400"/>
            <a:ext cx="5189220" cy="1691640"/>
          </a:xfrm>
          <a:prstGeom prst="roundRect">
            <a:avLst>
              <a:gd name="adj" fmla="val 5405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09160"/>
            <a:ext cx="502920" cy="502920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690872"/>
            <a:ext cx="3817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be deleted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5166360"/>
            <a:ext cx="38176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account and data deletion tooling, on request.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86500" y="4343400"/>
            <a:ext cx="5189220" cy="1691640"/>
          </a:xfrm>
          <a:prstGeom prst="roundRect">
            <a:avLst>
              <a:gd name="adj" fmla="val 5405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52260" y="4709160"/>
            <a:ext cx="502920" cy="502920"/>
          </a:xfrm>
          <a:prstGeom prst="ellipse">
            <a:avLst/>
          </a:prstGeom>
          <a:solidFill>
            <a:srgbClr val="C8F25A"/>
          </a:solidFill>
          <a:ln/>
        </p:spPr>
      </p:sp>
      <p:sp>
        <p:nvSpPr>
          <p:cNvPr id="22" name="Text 20"/>
          <p:cNvSpPr/>
          <p:nvPr/>
        </p:nvSpPr>
        <p:spPr>
          <a:xfrm>
            <a:off x="66522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38060" y="4690872"/>
            <a:ext cx="3817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Expert-validated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38060" y="5166360"/>
            <a:ext cx="38176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framework reviewed with an educational/sport psychologist before any claims.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943600" cy="5943600"/>
          </a:xfrm>
          <a:prstGeom prst="ellipse">
            <a:avLst/>
          </a:prstGeom>
          <a:solidFill>
            <a:srgbClr val="C8F25A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777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TOGETHER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measure success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with your educators before we start. We measure to learn, not to claim.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633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completion rate across the term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237744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2633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30175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movement across the values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37744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633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Teacher-observed change in conduct &amp; sportsmanship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237744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1A212B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0" y="2633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0" y="30175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feedback from students and teachers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114800"/>
            <a:ext cx="10789920" cy="1783080"/>
          </a:xfrm>
          <a:prstGeom prst="roundRect">
            <a:avLst>
              <a:gd name="adj" fmla="val 5128"/>
            </a:avLst>
          </a:prstGeom>
          <a:solidFill>
            <a:srgbClr val="1F2A1A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4370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681728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conversation to shape a one-term, one-cohort pilot</a:t>
            </a:r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your input on which values matter most to your school.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Trak — Get Better at the Game. Grow as a Person.</dc:title>
  <dc:subject>PptxGenJS Presentation</dc:subject>
  <dc:creator>Trak Football</dc:creator>
  <cp:lastModifiedBy>Trak Football</cp:lastModifiedBy>
  <cp:revision>1</cp:revision>
  <dcterms:created xsi:type="dcterms:W3CDTF">2026-06-27T23:00:47Z</dcterms:created>
  <dcterms:modified xsi:type="dcterms:W3CDTF">2026-06-27T23:00:47Z</dcterms:modified>
</cp:coreProperties>
</file>